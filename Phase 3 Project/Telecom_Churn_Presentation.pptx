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Telecom Customer Churn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Predict customer churn using machine learning</a:t>
            </a:r>
          </a:p>
          <a:p>
            <a:pPr marL="0" indent="0">
              <a:buNone/>
            </a:pPr>
            <a:r>
              <a:rPr dirty="0"/>
              <a:t>• Identify key churn drivers</a:t>
            </a:r>
          </a:p>
          <a:p>
            <a:pPr marL="0" indent="0">
              <a:buNone/>
            </a:pPr>
            <a:r>
              <a:rPr dirty="0"/>
              <a:t>• Provide actionable retention strategies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Business Problem &amp;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Customer churn reduces revenue and increases acquisition costs</a:t>
            </a:r>
          </a:p>
          <a:p>
            <a:pPr marL="0" indent="0">
              <a:buNone/>
            </a:pPr>
            <a:r>
              <a:rPr dirty="0"/>
              <a:t>• Dataset: Telecom customer records</a:t>
            </a:r>
          </a:p>
          <a:p>
            <a:pPr marL="0" indent="0">
              <a:buNone/>
            </a:pPr>
            <a:r>
              <a:rPr dirty="0"/>
              <a:t>• Target variable: Churn (Yes/No)</a:t>
            </a:r>
          </a:p>
          <a:p>
            <a:pPr marL="0" indent="0">
              <a:buNone/>
            </a:pPr>
            <a:r>
              <a:rPr dirty="0"/>
              <a:t>• Features include demographics, services, tenure, charges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Checked missing values and data types</a:t>
            </a:r>
          </a:p>
          <a:p>
            <a:pPr marL="0" indent="0">
              <a:buNone/>
            </a:pPr>
            <a:r>
              <a:rPr dirty="0"/>
              <a:t>• Analyzed churn distribution</a:t>
            </a:r>
          </a:p>
          <a:p>
            <a:pPr marL="0" indent="0">
              <a:buNone/>
            </a:pPr>
            <a:r>
              <a:rPr dirty="0"/>
              <a:t>• Identified correlations between tenure, charges, and churn</a:t>
            </a:r>
          </a:p>
          <a:p>
            <a:pPr marL="0" indent="0">
              <a:buNone/>
            </a:pPr>
            <a:r>
              <a:rPr dirty="0"/>
              <a:t>• Visualized key feature relationships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preprocessing (encoding &amp; scaling)</a:t>
            </a:r>
          </a:p>
          <a:p>
            <a:pPr marL="0" indent="0">
              <a:buNone/>
            </a:pPr>
            <a:r>
              <a:rPr dirty="0"/>
              <a:t>• Train-test split</a:t>
            </a:r>
          </a:p>
          <a:p>
            <a:pPr marL="0" indent="0">
              <a:buNone/>
            </a:pPr>
            <a:r>
              <a:rPr dirty="0"/>
              <a:t>• Logistic Regression model</a:t>
            </a:r>
          </a:p>
          <a:p>
            <a:pPr marL="0" indent="0">
              <a:buNone/>
            </a:pPr>
            <a:r>
              <a:rPr dirty="0"/>
              <a:t>• Model evaluation using accuracy &amp; confusion matrix</a:t>
            </a:r>
            <a:endParaRPr lang="en-GB" dirty="0"/>
          </a:p>
          <a:p>
            <a:r>
              <a:rPr lang="en-GB" dirty="0"/>
              <a:t>Decision Tree model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Model achieved strong predictive performance</a:t>
            </a:r>
          </a:p>
          <a:p>
            <a:pPr marL="0" indent="0">
              <a:buNone/>
            </a:pPr>
            <a:r>
              <a:rPr dirty="0"/>
              <a:t>• Key churn drivers: Tenure, Monthly Charges, Contract Type</a:t>
            </a:r>
          </a:p>
          <a:p>
            <a:pPr marL="0" indent="0">
              <a:buNone/>
            </a:pPr>
            <a:r>
              <a:rPr dirty="0"/>
              <a:t>• Short tenure customers more likely to churn</a:t>
            </a:r>
          </a:p>
          <a:p>
            <a:pPr marL="0" indent="0">
              <a:buNone/>
            </a:pPr>
            <a:r>
              <a:rPr dirty="0"/>
              <a:t>• Month-to-month contracts show higher churn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Business Impact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Target high-risk customers with retention offers</a:t>
            </a:r>
          </a:p>
          <a:p>
            <a:pPr marL="0" indent="0">
              <a:buNone/>
            </a:pPr>
            <a:r>
              <a:rPr dirty="0"/>
              <a:t>• Promote long-term contracts</a:t>
            </a:r>
          </a:p>
          <a:p>
            <a:pPr marL="0" indent="0">
              <a:buNone/>
            </a:pPr>
            <a:r>
              <a:rPr dirty="0"/>
              <a:t>• Implement loyalty incentives for new customers</a:t>
            </a:r>
          </a:p>
          <a:p>
            <a:pPr marL="0" indent="0">
              <a:buNone/>
            </a:pPr>
            <a:r>
              <a:rPr dirty="0"/>
              <a:t>• Expected reduction in churn improves revenue stability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25E80-5B73-C432-6EDF-6668733CE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27202-FA24-6023-D0C1-E45888EB3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Prepared by: Mophat Mwangi</a:t>
            </a:r>
          </a:p>
          <a:p>
            <a:r>
              <a:rPr lang="en-US" dirty="0"/>
              <a:t>GitHub: https://github.com/mophat524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68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203</Words>
  <Application>Microsoft Office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Telecom Customer Churn Prediction</vt:lpstr>
      <vt:lpstr>Business Problem &amp; Dataset Overview</vt:lpstr>
      <vt:lpstr>Exploratory Data Analysis (EDA)</vt:lpstr>
      <vt:lpstr>Modeling Approach</vt:lpstr>
      <vt:lpstr>Model Results &amp; Insights</vt:lpstr>
      <vt:lpstr>Business Impact &amp; Recommendations</vt:lpstr>
      <vt:lpstr>Contact Information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Mophat DA</cp:lastModifiedBy>
  <cp:revision>3</cp:revision>
  <dcterms:created xsi:type="dcterms:W3CDTF">2013-01-27T09:14:16Z</dcterms:created>
  <dcterms:modified xsi:type="dcterms:W3CDTF">2026-02-13T18:16:05Z</dcterms:modified>
  <cp:category/>
</cp:coreProperties>
</file>